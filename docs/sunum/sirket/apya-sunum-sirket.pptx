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Projeleriniz, ekibiniz ve paranız — tek ekranda.
Müşteriden projeye, görevden faturaya, belgeden rapora kadar tüm işiniz aynı yerde birleşir.
Tanıtım sunumu. Ekran görselleri örnek verilerle hazırlanmıştır.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Bugün bilgi altı ayrı yerde duruyor
Hiçbiri yanlış değil — ama hiçbiri tek başına doğru resmi vermiyor.
Basit bir soruya cevap vermek için dört kişiye sormak ve üç dosyayı karşılaştırmak gerekiyor. Cevap geldiğinde ise çoktan eskimiş oluyor.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Apya üç şeyi birbirine bağlar
İş, para ve belge ayrı programlarda değil; aynı kaydın üç yüzü olarak durur.
Bilgiyi bir kez girersiniz. Aynı veriyi ikinci bir yere kopyalamak diye bir adım kalmaz.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İşin baştan sona yolculuğu
Sistemde her şey bu beş adımın üzerinde ilerler.
Her adım bir sonrakini otomatik besler: görevi tamamladığınızda bütçe kalemi, faturayı kestiğinizde kasa, ay sonunda ise rapor kendiliğinden güncellenir.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Sabah açtığınızda gördüğünüz ekran
Gününüze nereden başlayacağınızı söyleyen tek sayfa.
Görünüm role göre gelir: Proje Yönetimi, Finans, Bugün, Hibe takibi. Kart ekler, çıkarır, sürükleyip boyutlandırırsınız; her rakam tıklanınca ilgili listeye iner, sayfa tek tıkla yazdırılır.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projenin kendi konsolu var
İşin durumu ve parası aynı ekranda, yan yana.
Proje kâr ediyor mu diye tahmin etmezsiniz: harcama görevin içinden bütçe kalemine bağlı girilir, bütçe rakamı her ekranda aynıdır. Projeden finans ve belge ekranlarına tek tıkla geçilir.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görevler, dört farklı bakış
Veri tek; herkes kendine uygun görünümü seçer.
Kart Panosu'nda bir kartı sürüklediğinizde liste, takvim ve zaman çizelgesi aynı anda değişir — çünkü hepsi aynı görevi gösterir. Bir görev ekip dışından birine de açılabilir; ekip içi yazışma dışarı çıkmaz.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nereden geldi, nereye gitti
Muhasebe bilgisi gerektirmeden, doğru kayıt otomatik oluşur.
Siz sadece “fatura kestim” veya “şu gideri ödedim” dersiniz; kasa, bütçe kalemi ve dilim arkada kendiliğinden işlenir. Kesintiyi kalemlere dağıtıp yeni bütçe revizyonu üretirsiniz; döviz bütçeli projede kur TCMB'den otomatik çekilir, üç rakam birden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Belgeler klasörde değil, işin yanında
Her dosya projesine bağlı durur; süreç şeridi sırada ne olduğunu söyler.
Aynı dosyanın yeni sürümünü yüklediğinizde eskisi silinmez, arşive iner. Belge açığı finans ekranında da görünür; “Hangisi güncel?” sorusu ortadan kalkar.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Rapor için kimseden veri istemezsiniz
Günlük çalışırken girilen kayıtlar raporu zaten oluşturur.
Proje bütçesi raporu Excel veya PDF olarak iner; bütçe kalemleri, dilimler ve revizyonlar Finans Merkezi'nde her an günceldir, Genel Bakış olduğu gibi kağıda dökülür.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 uygun hibeyi kaçırmayın
Uyan çağrılar öne çıkar; başvuruyu danışmanınızla birlikte hazırlarsınız.
Bugün ekranı sıradaki işi risk ve tutara göre sıralar; Hibe Yolculuğum bütün süreçleri çağrı başına tek satırda gösterir. Kazanılan hibe normal bir projeye dönüşür — bütçesi, görevleri ve belgeleriyle aynı sistemde yürür.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Herkes yalnızca kendi işini görür
Yetkiler modül modül açılır; kimse görmemesi gerekeni görmez.
Roller örnektir — kendi organizasyonunuza göre yeni rol tanımlanabilir, mevcutların yetkisi tek tek değiştirilebilir.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Şirketiniz kendi kapalı alanında
Birden fazla şirketi tek platformda, birbirine karıştırmadan yönetirsiniz.
Grup şirketleri, şubeler veya farklı markalar ayrı bölmelerde durur; fatura ve pano çıktılarında şirketinizin resmî unvanı yer alır, raporlarınız yalnızca kendi verinizi kapsar.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Ofiste, sahada, yolda
Aynı sistem üç ekran boyutunda da çalışır.
Sahadaki ekip telefondan görev günceller ve fotoğraf yükler; ofis aynı anda güncel durumu görür.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Kullanmaya başlamak: dört adım
Her şeyi ilk gün taşımayız — önce tek bir projeyle güven kurarız.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unum/docs/sunum/sirket/gorseller/slayt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Apya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Apya Platform Tanıtımı</dc:title>
  <dc:subject>Müşteri tanıtım sunumu</dc:subject>
  <dc:creator>PptxGenJS</dc:creator>
  <cp:lastModifiedBy>PptxGenJS</cp:lastModifiedBy>
  <cp:revision>1</cp:revision>
  <dcterms:created xsi:type="dcterms:W3CDTF">2026-09-17T07:31:23Z</dcterms:created>
  <dcterms:modified xsi:type="dcterms:W3CDTF">2026-09-17T07:31:23Z</dcterms:modified>
</cp:coreProperties>
</file>