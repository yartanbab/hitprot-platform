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Projeleriniz, ekibiniz ve paranız — tek ekranda.
Müşteriden projeye, görevden faturaya, belgeden rapora kadar tüm işiniz aynı yerde birleşir.
Tanıtım sunumu. Ekran görselleri örnek verilerle hazırlanmıştır.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Bugün bilgi altı ayrı yerde duruyor
Hiçbiri yanlış değil — ama hiçbiri tek başına doğru resmi vermiyor.
Basit bir soruya cevap vermek için dört kişiye sormak ve üç dosyayı karşılaştırmak gerekiyor. Cevap geldiğinde ise çoktan eskimiş oluyor.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Apya üç şeyi birbirine bağlar
İş, para ve belge ayrı programlarda değil; aynı kaydın üç yüzü olarak durur.
Bilgiyi bir kez girersiniz. Aynı veriyi ikinci bir yere kopyalamak diye bir adım kalmaz.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İşin baştan sona yolculuğu
Sistemde her şey bu beş adımın üzerinde ilerler.
Her adım bir sonrakini otomatik besler: görevi tamamladığınızda bütçe, faturayı kestiğinizde kasa ve cari, ay sonunda ise rapor kendiliğinden güncellenir.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Sabah açtığınızda gördüğünüz ekran
Gününüze nereden başlayacağınızı söyleyen tek sayfa.
Her rakam tıklanabilir: “5 geciken görev” yazısına bastığınızda o beş görevin listesine inersiniz.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 projenin kendi konsolu var
İşin durumu ve parası aynı ekranda, yan yana.
Proje kâr ediyor mu diye tahmin etmezsiniz: harcanan tutar görevlerden, bütçe ise proje tanımından gelir; ikisi aynı satırda görünür.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Aynı görevler, dört farklı bakış
Veri tek; herkes kendine uygun görünümü seçer.
Kanban'da bir kartı sürüklediğinizde liste, takvim ve Gantt aynı anda değişir — çünkü hepsi aynı görevi gösterir.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nereden geldi, nereye gitti
Muhasebe bilgisi gerektirmeden, doğru kayıt otomatik oluşur.
Siz sadece “fatura kestim” veya “şu gideri ödedim” dersiniz; kasa, cari ve proje maliyeti arkada kendiliğinden işlenir.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Belgeler klasörde değil, işin yanında
Her dosya ait olduğu projeye ve göreve bağlı durur.
Aynı dosyanın yeni sürümünü yüklediğinizde eskisi silinmez, arşive iner. “Hangisi güncel?” sorusu ortadan kalkar.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Rapor için kimseden veri istemezsiniz
Günlük çalışırken girilen kayıtlar raporu zaten oluşturur.
Her rapor Excel veya PDF olarak indirilir; tarih aralığı, proje ve müşteri filtreleri hazır gelir.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Size uygun hibeyi kaçırmayın
Açık çağrılar tek listede; profilinize uyanlar öne çıkar.
Kazanılan hibe normal bir projeye dönüşür — bütçesi, görevleri ve harcama belgeleriyle aynı sistemde yürür.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Herkes yalnızca kendi işini görür
Yetkiler modül modül açılır; kimse görmemesi gerekeni görmez.
Roller örnektir — kendi organizasyonunuza göre yeni rol tanımlanabilir, mevcutların yetkisi tek tek değiştirilebilir.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Şirketiniz kendi kapalı alanında
Birden fazla şirketi tek platformda, birbirine karıştırmadan yönetirsiniz.
Grup şirketleri, şubeler veya farklı markalar ayrı bölmelerde durur; raporlarınız yalnızca kendi verinizi kapsar.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Ofiste, sahada, yolda
Aynı sistem üç ekran boyutunda da çalışır.
Sahadaki ekip telefondan görev günceller ve fotoğraf yükler; ofis aynı anda güncel durumu görür.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Kullanmaya başlamak: dört adım
Her şeyi ilk gün taşımayız — önce tek bir projeyle güven kurarız.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Developer\GİT\hitprot-platform\.claude\worktrees\dernek-sunumu\docs\sunum\sirket\gorseller\slayt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Apya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Apya Platform Tanıtımı</dc:title>
  <dc:subject>Müşteri tanıtım sunumu</dc:subject>
  <dc:creator>PptxGenJS</dc:creator>
  <cp:lastModifiedBy>PptxGenJS</cp:lastModifiedBy>
  <cp:revision>1</cp:revision>
  <dcterms:created xsi:type="dcterms:W3CDTF">2026-08-24T15:00:54Z</dcterms:created>
  <dcterms:modified xsi:type="dcterms:W3CDTF">2026-08-24T15:00:54Z</dcterms:modified>
</cp:coreProperties>
</file>